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9728" cy="539496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10058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CAPSTONE PROJECT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3000" b="1">
                <a:solidFill>
                  <a:srgbClr val="FFFFFF"/>
                </a:solidFill>
              </a:defRPr>
            </a:pPr>
            <a:r>
              <a:t>CAMPUS NAVIGATION AND WAYFINDING SYSTEM</a:t>
            </a:r>
          </a:p>
          <a:p>
            <a:pPr>
              <a:spcAft>
                <a:spcPts val="2400"/>
              </a:spcAft>
              <a:defRPr sz="1500">
                <a:solidFill>
                  <a:srgbClr val="BFDBFE"/>
                </a:solidFill>
              </a:defRPr>
            </a:pPr>
            <a:r>
              <a:t>Data Structures and Algorithms • Graph Theory &amp; Shortest Path Navigation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Presented by: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Sanjeev K              (Reg. No: 611225105046)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Dineshraj S S       (Reg. No: 611225105009)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Gokul P                 (Reg. No: 611225105011)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Logajevin K           (Reg. No: 611225105026)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Department: Computer Science and Engineering</a:t>
            </a:r>
            <a:br/>
            <a:r>
              <a:t>Faculty In-charge: Prof. R. Krishnakumar, M.E., (Ph.D)., Assistant Professor</a:t>
            </a:r>
            <a:br/>
            <a:r>
              <a:t>Head of Department: Prof. T. Karthikeyan, M.S., (Ph.D)., Associate Professor</a:t>
            </a:r>
            <a:br/>
            <a:r>
              <a:t>Knowledge Institute of Technology (An Autonomous), Salem – 637 504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A responsive, interactive campus navigation web application engineered for Knowledge Institute of Technology (KIOT), Kakapalayam, Salem.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Accurately maps the multi-acre campus infrastructure including Academic Blocks (CSE, ECE, Mech, Civil), Admin Block, KBSS MBA School, Central Library, Hostels, and Cafeteria.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Implements hybrid outdoor and indoor wayfinding, allowing seamless switching across building floors (Ground to 3rd Floor).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Computes optimal shortest paths between any two locations using Dijkstra's algorithm and spatial graph modeling.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Provides wheelchair/step-free accessibility routing and physical QR code 'You Are Here' origin resolution.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Demonstrates core Data Structures and Algorithms: Weighted Graphs, Adjacency Lists, Priority Queues, and client-side graph traversal.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6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Standard commercial GPS applications (like Google Maps) fail inside multi-storey concrete campus buildings due to signal obstruction and indoor blindspots.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First-year students, parents, visiting recruiters, and symposium delegates struggle to locate specific laboratories, faculty cabins, and interview rooms.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Lack of indoor floor-level visualization causes confusion during large-scale placement drives and conferences.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Conventional navigation lacks step-free / accessibility options, making navigation difficult for physically challenged visitors requiring elevators or ramps.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A dedicated digital campus navigation system provides precise spatial mapping, multi-floor routing, and instant QR-based localization.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Digitize and model the KIOT campus layout as a weighted, undirected spatial graph G = (V, E).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Implement Dijkstra's shortest path algorithm to calculate real-time walking routes with meter-level distance and time estimates.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Provide an interactive multi-floor indoor blueprint viewer supporting Ground, 1st, 2nd, and 3rd floors.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Implement a Wheelchair / Step-Free Accessible mode that bypasses staircases in favor of elevators and ground ramps.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Integrate physical QR Code scanning ('You Are Here') to pinpoint user position instantly without expensive indoor beacons.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Deliver a lightweight, zero-cost web application accessible on all mobile browsers via GitHub Pages.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Scope and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Interactive 2D Campus Map: OpenStreetMap cartography with polygon overlays for all KIOT blocks, hostels, cafeteria, and parking bays.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Multi-Floor Indoor Schematics: Dynamic floor switching for CSE/IT block, Admin block, KBSS MBA block, and Central Library.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Step-by-Step Turn-by-Turn Guidance: Clear directions ('Head straight 60m', 'Take elevator to Floor 2') with interactive step progression.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Smart Search &amp; Directory: Instant search by department name, laboratory code, faculty in-charge, or student amenity (ATM, Xerox, Medical Clinic).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QR Code Origin Resolution: Scan corridor QR stickers to set starting location instantly.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Campus Emergency Helpdesk: One-touch quick dialing for 24/7 Security Desk, Campus Medical Clinic, and Transport Bay.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Tools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200"/>
              </a:spcAft>
              <a:defRPr sz="1450">
                <a:solidFill>
                  <a:srgbClr val="1E293B"/>
                </a:solidFill>
                <a:latin typeface="Arial"/>
              </a:defRPr>
            </a:pPr>
            <a:r>
              <a:t>•  Frontend Framework: React 19 (Component-driven architecture, reactive state hooks).</a:t>
            </a:r>
          </a:p>
          <a:p>
            <a:pPr>
              <a:spcAft>
                <a:spcPts val="1200"/>
              </a:spcAft>
              <a:defRPr sz="1450">
                <a:solidFill>
                  <a:srgbClr val="1E293B"/>
                </a:solidFill>
                <a:latin typeface="Arial"/>
              </a:defRPr>
            </a:pPr>
            <a:r>
              <a:t>•  Programming Language: TypeScript (Strict static typing, interfaces for nodes, edges, and routes).</a:t>
            </a:r>
          </a:p>
          <a:p>
            <a:pPr>
              <a:spcAft>
                <a:spcPts val="1200"/>
              </a:spcAft>
              <a:defRPr sz="1450">
                <a:solidFill>
                  <a:srgbClr val="1E293B"/>
                </a:solidFill>
                <a:latin typeface="Arial"/>
              </a:defRPr>
            </a:pPr>
            <a:r>
              <a:t>•  Build &amp; Bundler Tool: Vite 8 (Ultra-fast development server and optimized production packaging).</a:t>
            </a:r>
          </a:p>
          <a:p>
            <a:pPr>
              <a:spcAft>
                <a:spcPts val="1200"/>
              </a:spcAft>
              <a:defRPr sz="1450">
                <a:solidFill>
                  <a:srgbClr val="1E293B"/>
                </a:solidFill>
                <a:latin typeface="Arial"/>
              </a:defRPr>
            </a:pPr>
            <a:r>
              <a:t>•  Mapping &amp; GIS Engine: Leaflet.js &amp; React-Leaflet with OpenStreetMap tiles and custom GeoJSON polygon layers.</a:t>
            </a:r>
          </a:p>
          <a:p>
            <a:pPr>
              <a:spcAft>
                <a:spcPts val="1200"/>
              </a:spcAft>
              <a:defRPr sz="1450">
                <a:solidFill>
                  <a:srgbClr val="1E293B"/>
                </a:solidFill>
                <a:latin typeface="Arial"/>
              </a:defRPr>
            </a:pPr>
            <a:r>
              <a:t>•  Styling &amp; UI Library: Tailwind CSS v4 (Mobile-first responsive styling) and Lucide React icons.</a:t>
            </a:r>
          </a:p>
          <a:p>
            <a:pPr>
              <a:spcAft>
                <a:spcPts val="1200"/>
              </a:spcAft>
              <a:defRPr sz="1450">
                <a:solidFill>
                  <a:srgbClr val="1E293B"/>
                </a:solidFill>
                <a:latin typeface="Arial"/>
              </a:defRPr>
            </a:pPr>
            <a:r>
              <a:t>•  Core Algorithms &amp; Data Structures: Weighted Undirected Graph, Adjacency Lists, Priority Queues, Dijkstra's Algorithm.</a:t>
            </a:r>
          </a:p>
          <a:p>
            <a:pPr>
              <a:spcAft>
                <a:spcPts val="1200"/>
              </a:spcAft>
              <a:defRPr sz="1450">
                <a:solidFill>
                  <a:srgbClr val="1E293B"/>
                </a:solidFill>
                <a:latin typeface="Arial"/>
              </a:defRPr>
            </a:pPr>
            <a:r>
              <a:t>•  Hosting &amp; Deployment: Institutional Web Server / Campus Intranet.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Start  →  Scan QR / Select Origin  →  Select Destination  →  Compute Shortest Route  →  Render Path &amp; Directions  →  Arrival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728655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/>
          <a:lstStyle/>
          <a:p>
            <a:pPr algn="ctr"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Initialize spatial graph network containing campus gates, building entrances, stairwells, elevators, and rooms.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User establishes current starting location by tapping a map node, searching the directory, or scanning a corridor QR code.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User chooses target destination (e.g., AI &amp; DS Lab, Principal's Office, Central Canteen).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Pathfinding engine triggers Dijkstra's algorithm over the adjacency list, pruning stair edges if Step-Free mode is active.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Interactive navigation polyline and turn-by-turn guidance drawer render in real-time.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User steps through route instructions with interactive progress indicators and arrival confirmation.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Data Structure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Weighted Undirected Graph G = (V, E): Vertices V represent physical locations (rooms, labs, entrance porches, stair landings); edges E represent walkable corridors and walkways.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Adjacency List: Stores connections for each node with edge weights (distances in meters). Space complexity is O(V + E), providing optimal memory efficiency for sparse spatial networks.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Priority Queue / Min-Heap: Powers Dijkstra's algorithm to greedily extract the unvisited node with the smallest cumulative distance in O(log V) time.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Hash Map (Key-Value Dictionary): Enables O(1) constant-time direct retrieval of nodes by unique identifier (e.g., 'cse_f2_aids_lab') and QR code tokens.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Dynamic Arrays (Polylines): Stores ordered sequences of latitude/longitude coordinates for rendering SVG and Leaflet map paths.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Sample Graph Node &amp; Edge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1E40AF"/>
                </a:solidFill>
              </a:defRPr>
            </a:pPr>
            <a:r>
              <a:t>SAMPLE CAMPUS NODE (VERTEX)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Node ID: 'cse_f2_aids_lab'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Name: 'AI &amp; Data Science (AI-DS) Lab'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Building: 'CSE, IT &amp; AI Academic Block'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Floor: 2 (Second Floor)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Category: 'lab' | Type: 'room'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Coordinates: [11.552700, 78.018500]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Indoor Coordinates: { x: 25%, y: 30% }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QR Code ID: 'QR_CSE_F2_AIDS'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isAccessible: true (Serviced by elevator)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Keywords: ['ai', 'data science', 'gpu', 'ml']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1E40AF"/>
                </a:solidFill>
              </a:defRPr>
            </a:pPr>
            <a:r>
              <a:t>SAMPLE PATHWAY CONNECTION (EDGE)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Edge ID: 'e38'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Source: 'cse_elevator' (Floor 0)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Target: 'cse_f2_aids_lab' (Floor 2)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Distance: 30.0 Meters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isElevator: true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isStaircase: false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isOutdoor: false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Accessible Mode Filtering: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- Normal Mode: Available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 - Step-Free Mode: Available (Prioritized)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Estimated Walk Time: ~0.5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Main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CampusMapModule: Renders interactive 2D geospatial map of KIOT Salem with custom polygon building footprints and animated route polylines.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PathfindingEngine (Dijkstra): Core mathematical module constructing adjacency lists, relaxing graph edges, and extracting shortest path sequences.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IndoorFloorPlanModule: Dynamic multi-floor blueprint viewer allowing users to inspect individual floors (Ground to 3rd Floor) for multi-level buildings.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DirectionsDrawerModule: Step-by-step turn guidance generating human-readable instructions, distance badges, and walk time estimates.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SearchAndDirectoryModule: High-speed fuzzy search modal across departments, laboratory suites, faculty chambers, and student utility arcade.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QRWayfindingModule: Resolves camera-scanned or simulated QR stickers to set origin coordinates instantly without GPS drift.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Testing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Outdoor Walkway Validation: Main Gate → Admin Entrance correctly yields 78m distance and 1 minute walk time.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Multi-Floor Indoor Transition Test: Main Gate → CSE Floor 2 AI Lab correctly transitions from outdoor road to indoor elevator/stairs landing.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Step-Free Accessibility Test: Enabling 'Step-Free' mode excludes stair edges and reroutes path through the passenger elevator.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Directory Search Test: Querying 'AI Lab', 'Principal', or 'Canteen' filters nodes instantly in &lt;10ms with zero server latency.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QR Code Origin Test: Selecting 'QR_CSE_F2_AIDS' or scanning camera code immediately resets origin with location badge.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Cross-Browser &amp; Mobile Responsiveness: Verified responsive on mobile touchscreens and desktop screens with full offline caching capability.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Advantages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Advantages: Zero infrastructure cost, client-side computation running directly in modern web browsers.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Advantages: High computational speed; operates reliably even in areas with spotty cellular coverage.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Advantages: Multi-floor support and wheelchair step-free accessibility promote institutional inclusivity.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Limitations: Graph database requires manual updates when new physical structures or temporary barriers are erected.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Limitations: Relies on physical QR markers for indoor positioning rather than active Bluetooth BLE beacon triangulation.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Future Enhancements: Augmented Reality (AR) camera wayfinding with floating direction arrows, live KIOT college bus GPS tracking, and IoT room occupancy monitoring.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CAPSTONE PROJECT</a:t>
            </a:r>
          </a:p>
          <a:p>
            <a:pPr>
              <a:defRPr sz="2400" b="1">
                <a:solidFill>
                  <a:srgbClr val="0F1E36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6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The project successfully implements an end-to-end Campus Navigation &amp; Wayfinding Web Application for Knowledge Institute of Technology (KIOT), Salem.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Effectively bridges academic Data Structures and Algorithms (graphs, adjacency lists, Dijkstra's algorithm) with practical spatial engineering.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Solves real-world orientation challenges for freshers, visiting company recruiters, parents, and symposium participants.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Achieves institutional sustainability with high accessibility and mobile-friendly usability.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  <a:latin typeface="Arial"/>
              </a:defRPr>
            </a:pPr>
            <a:r>
              <a:t>•  Demonstrates complete operational functionality for the Capstone Project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2800"/>
              </a:spcAft>
              <a:defRPr sz="2000" b="1">
                <a:solidFill>
                  <a:srgbClr val="0EA5E9"/>
                </a:solidFill>
              </a:defRPr>
            </a:pPr>
            <a:r>
              <a:t>Questions &amp; Discussion</a:t>
            </a:r>
          </a:p>
          <a:p>
            <a:pPr algn="ctr">
              <a:spcAft>
                <a:spcPts val="2000"/>
              </a:spcAft>
              <a:defRPr sz="1400">
                <a:solidFill>
                  <a:srgbClr val="E2E8F0"/>
                </a:solidFill>
              </a:defRPr>
            </a:pPr>
            <a:r>
              <a:t>Project Team:</a:t>
            </a:r>
            <a:br/>
            <a:r>
              <a:t>Sanjeev K (611225105046)   |   Dineshraj S S (611225105009)</a:t>
            </a:r>
            <a:br/>
            <a:r>
              <a:t>Gokul P (611225105011)   |   Logajevin K (611225105026)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Department of Computer Science and Engineering</a:t>
            </a:r>
            <a:br/>
            <a:r>
              <a:t>Knowledge Institute of Technology, Salem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t>CAMPUS NAVIGATION SYSTEM  |  FINAL PRESENTATION                     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